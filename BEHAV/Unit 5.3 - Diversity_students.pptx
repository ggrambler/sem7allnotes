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5" r:id="rId9"/>
    <p:sldId id="269" r:id="rId10"/>
    <p:sldId id="270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74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Diversity in </a:t>
            </a:r>
            <a:r>
              <a:rPr lang="en-IN" dirty="0"/>
              <a:t>Class </a:t>
            </a:r>
            <a:r>
              <a:rPr lang="en-IN"/>
              <a:t>and across Campus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Embracing </a:t>
            </a:r>
            <a:r>
              <a:rPr lang="en-IN" dirty="0"/>
              <a:t>d</a:t>
            </a:r>
            <a:r>
              <a:rPr dirty="0" err="1"/>
              <a:t>ifferences</a:t>
            </a:r>
            <a:r>
              <a:rPr dirty="0"/>
              <a:t> </a:t>
            </a:r>
            <a:r>
              <a:rPr lang="en-IN" dirty="0"/>
              <a:t>for inclusivity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D0D4A-B226-5A87-2DE0-D54D776A9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Protected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7ADAF-3F4C-9716-D1B9-F2DCD2B49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Age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Disability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Gender Reassignment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Marriage and Civil Partnership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Pregnancy and Maternity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Race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Religion or Belief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Sex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Sexual Orientation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670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Diversity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Diversity in college includes differences in race, ethnicity, gender, sexual orientation, religion, socio-economic background, abilities, and perspectives. </a:t>
            </a:r>
            <a:endParaRPr lang="en-IN" dirty="0"/>
          </a:p>
          <a:p>
            <a:r>
              <a:rPr lang="en-IN" dirty="0"/>
              <a:t>Diversity</a:t>
            </a:r>
            <a:r>
              <a:rPr dirty="0"/>
              <a:t> fosters mutual respect, equity, and opportunities for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dirty="0"/>
              <a:t>A</a:t>
            </a:r>
            <a:r>
              <a:rPr sz="4000" dirty="0"/>
              <a:t>n </a:t>
            </a:r>
            <a:r>
              <a:rPr lang="en-IN" sz="4000" dirty="0"/>
              <a:t>i</a:t>
            </a:r>
            <a:r>
              <a:rPr sz="4000" dirty="0" err="1"/>
              <a:t>nclusive</a:t>
            </a:r>
            <a:r>
              <a:rPr sz="4000" dirty="0"/>
              <a:t> </a:t>
            </a:r>
            <a:r>
              <a:rPr lang="en-IN" sz="4000" dirty="0"/>
              <a:t>c</a:t>
            </a:r>
            <a:r>
              <a:rPr sz="4000" dirty="0" err="1"/>
              <a:t>ampus</a:t>
            </a:r>
            <a:r>
              <a:rPr sz="4000" dirty="0"/>
              <a:t> </a:t>
            </a:r>
            <a:r>
              <a:rPr lang="en-IN" sz="4000" dirty="0"/>
              <a:t>c</a:t>
            </a:r>
            <a:r>
              <a:rPr sz="4000" dirty="0" err="1"/>
              <a:t>ulture</a:t>
            </a:r>
            <a:endParaRPr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Appreciate different cultures through discussions </a:t>
            </a:r>
            <a:r>
              <a:rPr lang="en-IN" dirty="0"/>
              <a:t>and</a:t>
            </a:r>
            <a:r>
              <a:rPr dirty="0"/>
              <a:t> activities</a:t>
            </a:r>
          </a:p>
          <a:p>
            <a:r>
              <a:rPr lang="en-IN" dirty="0"/>
              <a:t>P</a:t>
            </a:r>
            <a:r>
              <a:rPr dirty="0" err="1"/>
              <a:t>romote</a:t>
            </a:r>
            <a:r>
              <a:rPr dirty="0"/>
              <a:t> inclusivity in classrooms</a:t>
            </a:r>
          </a:p>
          <a:p>
            <a:r>
              <a:rPr dirty="0"/>
              <a:t>Support student-led diversity </a:t>
            </a:r>
            <a:r>
              <a:rPr lang="en-IN" dirty="0"/>
              <a:t>forums/</a:t>
            </a:r>
            <a:r>
              <a:rPr dirty="0"/>
              <a:t>clubs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Faculty </a:t>
            </a:r>
            <a:r>
              <a:rPr lang="en-IN" dirty="0"/>
              <a:t>l</a:t>
            </a:r>
            <a:r>
              <a:rPr dirty="0" err="1"/>
              <a:t>eadership</a:t>
            </a:r>
            <a:r>
              <a:rPr dirty="0"/>
              <a:t> in </a:t>
            </a:r>
            <a:r>
              <a:rPr lang="en-IN" dirty="0"/>
              <a:t>d</a:t>
            </a:r>
            <a:r>
              <a:rPr dirty="0" err="1"/>
              <a:t>iversity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Lead by example with fair treatment</a:t>
            </a:r>
          </a:p>
          <a:p>
            <a:r>
              <a:rPr dirty="0"/>
              <a:t>Use</a:t>
            </a:r>
            <a:r>
              <a:rPr lang="en-IN" dirty="0"/>
              <a:t> of</a:t>
            </a:r>
            <a:r>
              <a:rPr dirty="0"/>
              <a:t> inclusive teaching materials</a:t>
            </a:r>
          </a:p>
          <a:p>
            <a:r>
              <a:rPr dirty="0" err="1"/>
              <a:t>Encourag</a:t>
            </a:r>
            <a:r>
              <a:rPr lang="en-IN" dirty="0" err="1"/>
              <a:t>ing</a:t>
            </a:r>
            <a:r>
              <a:rPr dirty="0"/>
              <a:t> critical thinking on diversity</a:t>
            </a:r>
            <a:endParaRPr lang="en-IN" dirty="0"/>
          </a:p>
          <a:p>
            <a:r>
              <a:rPr lang="en-IN" dirty="0"/>
              <a:t>Mentorship for underrepresented groups</a:t>
            </a:r>
          </a:p>
          <a:p>
            <a:r>
              <a:rPr lang="en-IN" dirty="0"/>
              <a:t>Bias awareness training</a:t>
            </a:r>
          </a:p>
          <a:p>
            <a:r>
              <a:rPr lang="en-US" dirty="0"/>
              <a:t>Support for students with disabilities</a:t>
            </a:r>
          </a:p>
          <a:p>
            <a:endParaRPr lang="en-IN" dirty="0"/>
          </a:p>
          <a:p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Diversity </a:t>
            </a:r>
            <a:r>
              <a:rPr lang="en-IN" dirty="0"/>
              <a:t>t</a:t>
            </a:r>
            <a:r>
              <a:rPr dirty="0"/>
              <a:t>raining and </a:t>
            </a:r>
            <a:r>
              <a:rPr lang="en-IN" dirty="0"/>
              <a:t>e</a:t>
            </a:r>
            <a:r>
              <a:rPr dirty="0" err="1"/>
              <a:t>ducation</a:t>
            </a:r>
            <a:r>
              <a:rPr lang="en-IN" dirty="0"/>
              <a:t>, open communication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Offer cultural sensitivity </a:t>
            </a:r>
            <a:r>
              <a:rPr lang="en-IN" dirty="0"/>
              <a:t>discussions/ </a:t>
            </a:r>
            <a:r>
              <a:rPr dirty="0"/>
              <a:t>workshops</a:t>
            </a:r>
            <a:r>
              <a:rPr lang="en-IN" dirty="0"/>
              <a:t>/ trainings in classrooms</a:t>
            </a:r>
          </a:p>
          <a:p>
            <a:r>
              <a:rPr lang="en-US" dirty="0"/>
              <a:t>Promote active listening and empathy</a:t>
            </a:r>
          </a:p>
          <a:p>
            <a:r>
              <a:rPr lang="en-IN" dirty="0"/>
              <a:t>Inclusive team-building activities</a:t>
            </a:r>
            <a:endParaRPr lang="en-US" dirty="0"/>
          </a:p>
          <a:p>
            <a:r>
              <a:rPr lang="en-IN" dirty="0"/>
              <a:t>cultural exchange programs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Other approaches:</a:t>
            </a:r>
            <a:endParaRPr dirty="0"/>
          </a:p>
          <a:p>
            <a:r>
              <a:rPr lang="en-IN" dirty="0"/>
              <a:t>D</a:t>
            </a:r>
            <a:r>
              <a:rPr dirty="0" err="1"/>
              <a:t>iversity</a:t>
            </a:r>
            <a:r>
              <a:rPr dirty="0"/>
              <a:t>-related coursework</a:t>
            </a:r>
          </a:p>
          <a:p>
            <a:r>
              <a:rPr dirty="0"/>
              <a:t>Host</a:t>
            </a:r>
            <a:r>
              <a:rPr lang="en-IN" dirty="0" err="1"/>
              <a:t>ing</a:t>
            </a:r>
            <a:r>
              <a:rPr dirty="0"/>
              <a:t> guest lectures from diversity experts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Policies for </a:t>
            </a:r>
            <a:r>
              <a:rPr lang="en-IN" dirty="0"/>
              <a:t>i</a:t>
            </a:r>
            <a:r>
              <a:rPr dirty="0" err="1"/>
              <a:t>nclusion</a:t>
            </a:r>
            <a:r>
              <a:rPr dirty="0"/>
              <a:t> and </a:t>
            </a:r>
            <a:r>
              <a:rPr lang="en-IN" dirty="0"/>
              <a:t>n</a:t>
            </a:r>
            <a:r>
              <a:rPr dirty="0"/>
              <a:t>on-</a:t>
            </a:r>
            <a:r>
              <a:rPr lang="en-IN" dirty="0"/>
              <a:t>d</a:t>
            </a:r>
            <a:r>
              <a:rPr dirty="0" err="1"/>
              <a:t>iscrimination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</a:t>
            </a:r>
            <a:r>
              <a:rPr dirty="0"/>
              <a:t>on-discrimination policies</a:t>
            </a:r>
          </a:p>
          <a:p>
            <a:r>
              <a:rPr lang="en-IN" dirty="0"/>
              <a:t>R</a:t>
            </a:r>
            <a:r>
              <a:rPr dirty="0" err="1"/>
              <a:t>eporting</a:t>
            </a:r>
            <a:r>
              <a:rPr dirty="0"/>
              <a:t> mechanisms for issues</a:t>
            </a:r>
          </a:p>
          <a:p>
            <a:r>
              <a:rPr dirty="0" err="1"/>
              <a:t>Includ</a:t>
            </a:r>
            <a:r>
              <a:rPr lang="en-IN" dirty="0" err="1"/>
              <a:t>ing</a:t>
            </a:r>
            <a:r>
              <a:rPr dirty="0"/>
              <a:t> diversity in orientation</a:t>
            </a:r>
            <a:r>
              <a:rPr lang="en-IN" dirty="0"/>
              <a:t> </a:t>
            </a:r>
            <a:r>
              <a:rPr dirty="0"/>
              <a:t>programs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83A1F-4420-8399-2987-1B4683213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4065204"/>
            <a:ext cx="5244941" cy="21327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Celebrating </a:t>
            </a:r>
            <a:r>
              <a:rPr lang="en-IN" dirty="0"/>
              <a:t>d</a:t>
            </a:r>
            <a:r>
              <a:rPr dirty="0" err="1"/>
              <a:t>iversity</a:t>
            </a:r>
            <a:r>
              <a:rPr dirty="0"/>
              <a:t> on </a:t>
            </a:r>
            <a:r>
              <a:rPr lang="en-IN" dirty="0"/>
              <a:t>c</a:t>
            </a:r>
            <a:r>
              <a:rPr dirty="0" err="1"/>
              <a:t>ampus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Recogniz</a:t>
            </a:r>
            <a:r>
              <a:rPr lang="en-IN" dirty="0" err="1"/>
              <a:t>ing</a:t>
            </a:r>
            <a:r>
              <a:rPr dirty="0"/>
              <a:t> cultural and religious celebrations</a:t>
            </a:r>
          </a:p>
          <a:p>
            <a:r>
              <a:rPr dirty="0" err="1"/>
              <a:t>Organiz</a:t>
            </a:r>
            <a:r>
              <a:rPr lang="en-IN" dirty="0" err="1"/>
              <a:t>ing</a:t>
            </a:r>
            <a:r>
              <a:rPr dirty="0"/>
              <a:t> diversity fairs and cultural events</a:t>
            </a:r>
          </a:p>
          <a:p>
            <a:r>
              <a:rPr dirty="0"/>
              <a:t>Share diverse student stories</a:t>
            </a:r>
            <a:endParaRPr lang="en-IN" dirty="0"/>
          </a:p>
          <a:p>
            <a:r>
              <a:rPr lang="en-US" dirty="0"/>
              <a:t>Career counseling and networking events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Diversity enhances the academic experience by fostering inclusivity and respect. Students and faculty must work together to build a more open-minded and supportive campus community.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C59A3-9FAE-84D9-3AD5-9D2FC9395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178"/>
            <a:ext cx="8229600" cy="1143000"/>
          </a:xfrm>
        </p:spPr>
        <p:txBody>
          <a:bodyPr/>
          <a:lstStyle/>
          <a:p>
            <a:r>
              <a:rPr lang="en-IN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454F7-5273-1800-BD83-8674C3F54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/>
              <a:t>Objective:</a:t>
            </a:r>
            <a:r>
              <a:rPr lang="en-US" dirty="0"/>
              <a:t> To help students understand different cultural backgrounds and perspectives through real-life interactions.</a:t>
            </a:r>
          </a:p>
          <a:p>
            <a:pPr>
              <a:buNone/>
            </a:pPr>
            <a:r>
              <a:rPr lang="en-US" b="1" dirty="0"/>
              <a:t>Instructions: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Form small groups of 4-5 students, ensuring diversity in backgrounds, experiences, and perspectives.</a:t>
            </a:r>
          </a:p>
          <a:p>
            <a:pPr>
              <a:buFont typeface="+mj-lt"/>
              <a:buAutoNum type="arabicPeriod"/>
            </a:pPr>
            <a:r>
              <a:rPr lang="en-US" dirty="0"/>
              <a:t>Each student should share a personal story related to their culture, traditions, or experiences with diversity.</a:t>
            </a:r>
          </a:p>
          <a:p>
            <a:pPr>
              <a:buFont typeface="+mj-lt"/>
              <a:buAutoNum type="arabicPeriod"/>
            </a:pPr>
            <a:r>
              <a:rPr lang="en-US" dirty="0"/>
              <a:t>As a group, identify similarities and differences among the shared stories and reflect on how diversity enriches learning.</a:t>
            </a:r>
          </a:p>
          <a:p>
            <a:pPr>
              <a:buFont typeface="+mj-lt"/>
              <a:buAutoNum type="arabicPeriod"/>
            </a:pPr>
            <a:r>
              <a:rPr lang="en-US" dirty="0"/>
              <a:t>Each group prepares a short presentation or openly talk on what the group learned and how diversity can positively impact the college experience.</a:t>
            </a:r>
          </a:p>
          <a:p>
            <a:pPr>
              <a:buFont typeface="+mj-lt"/>
              <a:buAutoNum type="arabicPeriod"/>
            </a:pPr>
            <a:r>
              <a:rPr lang="en-US" dirty="0"/>
              <a:t>Present findings in class, fostering discussion on the importance of inclusion and mutual respect.</a:t>
            </a:r>
          </a:p>
          <a:p>
            <a:pPr>
              <a:buNone/>
            </a:pPr>
            <a:r>
              <a:rPr lang="en-US" b="1" dirty="0"/>
              <a:t>Reflection Questions: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did you learn from your peers that you hadn’t known before?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do cultural backgrounds shape our perspectives and interactions?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can you apply these insights to create a more inclusive campus?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406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A463-1C37-AF16-854A-686A05C6F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Activity: Privilege Walk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283CE-69CD-5FBD-4A59-EECB3EB92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/>
              <a:t>Objective:</a:t>
            </a:r>
            <a:r>
              <a:rPr lang="en-US" dirty="0"/>
              <a:t> To help students understand how life circumstances shape experiences and perceived privileges.</a:t>
            </a:r>
          </a:p>
          <a:p>
            <a:pPr>
              <a:buNone/>
            </a:pPr>
            <a:r>
              <a:rPr lang="en-US" b="1" dirty="0"/>
              <a:t>Instructions: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Have students line up side by side in an open space.</a:t>
            </a:r>
          </a:p>
          <a:p>
            <a:pPr>
              <a:buFont typeface="+mj-lt"/>
              <a:buAutoNum type="arabicPeriod"/>
            </a:pPr>
            <a:r>
              <a:rPr lang="en-US" dirty="0"/>
              <a:t>Read a series of statements aloud, asking students to step forward or backward based on their personal experiences.</a:t>
            </a:r>
          </a:p>
          <a:p>
            <a:pPr marL="0" indent="0">
              <a:buNone/>
            </a:pPr>
            <a:r>
              <a:rPr lang="en-US" dirty="0"/>
              <a:t>At the end of the activity, discuss students' positions and reflect on how privilege impacts opportunities and challenges in life.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963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482</Words>
  <Application>Microsoft Office PowerPoint</Application>
  <PresentationFormat>On-screen Show (4:3)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Google Sans</vt:lpstr>
      <vt:lpstr>Office Theme</vt:lpstr>
      <vt:lpstr>Diversity in Class and across Campus</vt:lpstr>
      <vt:lpstr>Protected characteristics</vt:lpstr>
      <vt:lpstr>Understanding Diversity</vt:lpstr>
      <vt:lpstr>An inclusive campus culture</vt:lpstr>
      <vt:lpstr>Faculty leadership in diversity</vt:lpstr>
      <vt:lpstr>Diversity training and education, open communication</vt:lpstr>
      <vt:lpstr>Policies for inclusion and non-discrimination</vt:lpstr>
      <vt:lpstr>Celebrating diversity on campus</vt:lpstr>
      <vt:lpstr>Conclusion</vt:lpstr>
      <vt:lpstr>Activity</vt:lpstr>
      <vt:lpstr>Activity: Privilege Walk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author</cp:lastModifiedBy>
  <cp:revision>4</cp:revision>
  <dcterms:created xsi:type="dcterms:W3CDTF">2013-01-27T09:14:16Z</dcterms:created>
  <dcterms:modified xsi:type="dcterms:W3CDTF">2025-04-24T07:43:49Z</dcterms:modified>
  <cp:category/>
</cp:coreProperties>
</file>